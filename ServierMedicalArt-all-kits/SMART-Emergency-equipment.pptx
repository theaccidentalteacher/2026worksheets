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D0EC33-8501-4A88-BB5F-00442A331F08}" v="4" dt="2025-06-23T10:19:21.4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E6D0EC33-8501-4A88-BB5F-00442A331F08}"/>
    <pc:docChg chg="addSld modSld">
      <pc:chgData name="LESUR Christophe SI" userId="a0bda02c-4e6d-4ba6-bae4-63d8a5b4dc4b" providerId="ADAL" clId="{E6D0EC33-8501-4A88-BB5F-00442A331F08}" dt="2025-06-23T10:19:42.309" v="18" actId="1076"/>
      <pc:docMkLst>
        <pc:docMk/>
      </pc:docMkLst>
      <pc:sldChg chg="modSp mod">
        <pc:chgData name="LESUR Christophe SI" userId="a0bda02c-4e6d-4ba6-bae4-63d8a5b4dc4b" providerId="ADAL" clId="{E6D0EC33-8501-4A88-BB5F-00442A331F08}" dt="2025-06-23T10:17:21.560" v="0"/>
        <pc:sldMkLst>
          <pc:docMk/>
          <pc:sldMk cId="1123910947" sldId="257"/>
        </pc:sldMkLst>
        <pc:spChg chg="mod">
          <ac:chgData name="LESUR Christophe SI" userId="a0bda02c-4e6d-4ba6-bae4-63d8a5b4dc4b" providerId="ADAL" clId="{E6D0EC33-8501-4A88-BB5F-00442A331F08}" dt="2025-06-23T10:17:21.560" v="0"/>
          <ac:spMkLst>
            <pc:docMk/>
            <pc:sldMk cId="1123910947" sldId="257"/>
            <ac:spMk id="2" creationId="{60F7A6C4-C34E-B5A4-3052-9BED57AE9722}"/>
          </ac:spMkLst>
        </pc:spChg>
      </pc:sldChg>
      <pc:sldChg chg="addSp modSp mod">
        <pc:chgData name="LESUR Christophe SI" userId="a0bda02c-4e6d-4ba6-bae4-63d8a5b4dc4b" providerId="ADAL" clId="{E6D0EC33-8501-4A88-BB5F-00442A331F08}" dt="2025-06-23T10:19:42.309" v="18" actId="1076"/>
        <pc:sldMkLst>
          <pc:docMk/>
          <pc:sldMk cId="4273970226" sldId="258"/>
        </pc:sldMkLst>
        <pc:spChg chg="mod">
          <ac:chgData name="LESUR Christophe SI" userId="a0bda02c-4e6d-4ba6-bae4-63d8a5b4dc4b" providerId="ADAL" clId="{E6D0EC33-8501-4A88-BB5F-00442A331F08}" dt="2025-06-23T10:17:31.597" v="1"/>
          <ac:spMkLst>
            <pc:docMk/>
            <pc:sldMk cId="4273970226" sldId="258"/>
            <ac:spMk id="2" creationId="{70B8EC31-8E2E-A920-84F7-15AD571D7991}"/>
          </ac:spMkLst>
        </pc:spChg>
        <pc:picChg chg="add mod">
          <ac:chgData name="LESUR Christophe SI" userId="a0bda02c-4e6d-4ba6-bae4-63d8a5b4dc4b" providerId="ADAL" clId="{E6D0EC33-8501-4A88-BB5F-00442A331F08}" dt="2025-06-23T10:19:42.309" v="18" actId="1076"/>
          <ac:picMkLst>
            <pc:docMk/>
            <pc:sldMk cId="4273970226" sldId="258"/>
            <ac:picMk id="4" creationId="{4DC004B3-F41C-22C3-730D-C8648527D53C}"/>
          </ac:picMkLst>
        </pc:picChg>
      </pc:sldChg>
      <pc:sldChg chg="addSp modSp new mod">
        <pc:chgData name="LESUR Christophe SI" userId="a0bda02c-4e6d-4ba6-bae4-63d8a5b4dc4b" providerId="ADAL" clId="{E6D0EC33-8501-4A88-BB5F-00442A331F08}" dt="2025-06-23T10:19:36.148" v="16" actId="1076"/>
        <pc:sldMkLst>
          <pc:docMk/>
          <pc:sldMk cId="2392416450" sldId="259"/>
        </pc:sldMkLst>
        <pc:spChg chg="mod">
          <ac:chgData name="LESUR Christophe SI" userId="a0bda02c-4e6d-4ba6-bae4-63d8a5b4dc4b" providerId="ADAL" clId="{E6D0EC33-8501-4A88-BB5F-00442A331F08}" dt="2025-06-23T10:18:07.222" v="3"/>
          <ac:spMkLst>
            <pc:docMk/>
            <pc:sldMk cId="2392416450" sldId="259"/>
            <ac:spMk id="2" creationId="{CB16E430-F800-4CBC-2519-7DD62F2E597E}"/>
          </ac:spMkLst>
        </pc:spChg>
        <pc:picChg chg="add mod">
          <ac:chgData name="LESUR Christophe SI" userId="a0bda02c-4e6d-4ba6-bae4-63d8a5b4dc4b" providerId="ADAL" clId="{E6D0EC33-8501-4A88-BB5F-00442A331F08}" dt="2025-06-23T10:19:36.148" v="16" actId="1076"/>
          <ac:picMkLst>
            <pc:docMk/>
            <pc:sldMk cId="2392416450" sldId="259"/>
            <ac:picMk id="4" creationId="{1EC24765-08BF-B602-1479-DDC719746FD1}"/>
          </ac:picMkLst>
        </pc:picChg>
      </pc:sldChg>
      <pc:sldChg chg="addSp modSp new mod">
        <pc:chgData name="LESUR Christophe SI" userId="a0bda02c-4e6d-4ba6-bae4-63d8a5b4dc4b" providerId="ADAL" clId="{E6D0EC33-8501-4A88-BB5F-00442A331F08}" dt="2025-06-23T10:19:28.467" v="13" actId="1076"/>
        <pc:sldMkLst>
          <pc:docMk/>
          <pc:sldMk cId="3872759610" sldId="260"/>
        </pc:sldMkLst>
        <pc:spChg chg="mod">
          <ac:chgData name="LESUR Christophe SI" userId="a0bda02c-4e6d-4ba6-bae4-63d8a5b4dc4b" providerId="ADAL" clId="{E6D0EC33-8501-4A88-BB5F-00442A331F08}" dt="2025-06-23T10:18:17.275" v="5"/>
          <ac:spMkLst>
            <pc:docMk/>
            <pc:sldMk cId="3872759610" sldId="260"/>
            <ac:spMk id="2" creationId="{DA8D5185-5FC9-298D-1C06-FA6DBEC085C3}"/>
          </ac:spMkLst>
        </pc:spChg>
        <pc:picChg chg="add mod">
          <ac:chgData name="LESUR Christophe SI" userId="a0bda02c-4e6d-4ba6-bae4-63d8a5b4dc4b" providerId="ADAL" clId="{E6D0EC33-8501-4A88-BB5F-00442A331F08}" dt="2025-06-23T10:19:28.467" v="13" actId="1076"/>
          <ac:picMkLst>
            <pc:docMk/>
            <pc:sldMk cId="3872759610" sldId="260"/>
            <ac:picMk id="4" creationId="{F701E145-EF8F-ECC2-4597-9E6AF33F3F5B}"/>
          </ac:picMkLst>
        </pc:picChg>
      </pc:sldChg>
      <pc:sldChg chg="addSp modSp new mod">
        <pc:chgData name="LESUR Christophe SI" userId="a0bda02c-4e6d-4ba6-bae4-63d8a5b4dc4b" providerId="ADAL" clId="{E6D0EC33-8501-4A88-BB5F-00442A331F08}" dt="2025-06-23T10:19:25.278" v="12" actId="14100"/>
        <pc:sldMkLst>
          <pc:docMk/>
          <pc:sldMk cId="813311996" sldId="261"/>
        </pc:sldMkLst>
        <pc:spChg chg="mod">
          <ac:chgData name="LESUR Christophe SI" userId="a0bda02c-4e6d-4ba6-bae4-63d8a5b4dc4b" providerId="ADAL" clId="{E6D0EC33-8501-4A88-BB5F-00442A331F08}" dt="2025-06-23T10:18:36.384" v="7"/>
          <ac:spMkLst>
            <pc:docMk/>
            <pc:sldMk cId="813311996" sldId="261"/>
            <ac:spMk id="2" creationId="{62DE3624-1214-7E68-99D9-07162A5D3503}"/>
          </ac:spMkLst>
        </pc:spChg>
        <pc:picChg chg="add mod">
          <ac:chgData name="LESUR Christophe SI" userId="a0bda02c-4e6d-4ba6-bae4-63d8a5b4dc4b" providerId="ADAL" clId="{E6D0EC33-8501-4A88-BB5F-00442A331F08}" dt="2025-06-23T10:19:25.278" v="12" actId="14100"/>
          <ac:picMkLst>
            <pc:docMk/>
            <pc:sldMk cId="813311996" sldId="261"/>
            <ac:picMk id="4" creationId="{326B4C0C-A7CF-455B-0F52-7477A71923B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300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988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049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6227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F7A6C4-C34E-B5A4-3052-9BED57AE9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Emergency Equipment</a:t>
            </a:r>
          </a:p>
        </p:txBody>
      </p:sp>
    </p:spTree>
    <p:extLst>
      <p:ext uri="{BB962C8B-B14F-4D97-AF65-F5344CB8AC3E}">
        <p14:creationId xmlns:p14="http://schemas.microsoft.com/office/powerpoint/2010/main" val="1123910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B8EC31-8E2E-A920-84F7-15AD571D7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Ambulance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4DC004B3-F41C-22C3-730D-C8648527D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1846" y="1972693"/>
            <a:ext cx="7348837" cy="350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70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16E430-F800-4CBC-2519-7DD62F2E5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Helicopter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1EC24765-08BF-B602-1479-DDC719746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4289" y="2343706"/>
            <a:ext cx="9411235" cy="269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416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8D5185-5FC9-298D-1C06-FA6DBEC08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Stretcher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F701E145-EF8F-ECC2-4597-9E6AF33F3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09825" y="1775627"/>
            <a:ext cx="737235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759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DE3624-1214-7E68-99D9-07162A5D3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Emergency kit / bag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326B4C0C-A7CF-455B-0F52-7477A7192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14268" y="2124074"/>
            <a:ext cx="3520007" cy="319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311996"/>
      </p:ext>
    </p:extLst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2" ma:contentTypeDescription="Crée un document." ma:contentTypeScope="" ma:versionID="b5b9722e719ae06145324648f43782d3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5b8bcd18e51f1856fba272842a4798cc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F869A87-FFB9-4FB7-845D-03F59A13E4A8}"/>
</file>

<file path=customXml/itemProps2.xml><?xml version="1.0" encoding="utf-8"?>
<ds:datastoreItem xmlns:ds="http://schemas.openxmlformats.org/officeDocument/2006/customXml" ds:itemID="{531BBDD1-4441-4FE8-947B-24734EFC44D9}"/>
</file>

<file path=customXml/itemProps3.xml><?xml version="1.0" encoding="utf-8"?>
<ds:datastoreItem xmlns:ds="http://schemas.openxmlformats.org/officeDocument/2006/customXml" ds:itemID="{60191002-EF5B-43B1-98FE-FA878690FF77}"/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4</TotalTime>
  <Words>9</Words>
  <Application>Microsoft Office PowerPoint</Application>
  <PresentationFormat>Grand écran</PresentationFormat>
  <Paragraphs>5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Corbel</vt:lpstr>
      <vt:lpstr>Georgia</vt:lpstr>
      <vt:lpstr>Tahoma</vt:lpstr>
      <vt:lpstr>SMART theme</vt:lpstr>
      <vt:lpstr>Présentation PowerPoint</vt:lpstr>
      <vt:lpstr>Emergency Equipment</vt:lpstr>
      <vt:lpstr>Ambulance</vt:lpstr>
      <vt:lpstr>Helicopter</vt:lpstr>
      <vt:lpstr>Stretcher</vt:lpstr>
      <vt:lpstr>Emergency kit / bag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LESUR Christophe SI</dc:creator>
  <cp:lastModifiedBy>LESUR Christophe SI</cp:lastModifiedBy>
  <cp:revision>1</cp:revision>
  <dcterms:created xsi:type="dcterms:W3CDTF">2025-06-23T10:15:13Z</dcterms:created>
  <dcterms:modified xsi:type="dcterms:W3CDTF">2025-06-23T10:19:46Z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